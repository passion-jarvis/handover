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CCFF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JARVIS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7680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Fitness Coaches Get Their Operations
</a:t>
            </a:r>
            <a:pPr algn="ctr" indent="0" marL="0">
              <a:buNone/>
            </a:pPr>
            <a:r>
              <a:rPr lang="en-US" sz="4600" b="1" dirty="0">
                <a:solidFill>
                  <a:srgbClr val="CCFF00"/>
                </a:solidFill>
                <a:highlight>
                  <a:srgbClr val="111111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Running</a:t>
            </a:r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Without Them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457200" y="3429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 + Automation. No Developer Needed.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20040" y="4663440"/>
            <a:ext cx="292608" cy="292608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47091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JARVIS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84632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www.gojarvis.ai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Is for Fitness </a:t>
            </a:r>
            <a:pPr algn="l" indent="0" marL="0">
              <a:buNone/>
            </a:pPr>
            <a:r>
              <a:rPr lang="en-US" sz="3600" b="1" dirty="0">
                <a:solidFill>
                  <a:srgbClr val="CCFF00"/>
                </a:solidFill>
                <a:highlight>
                  <a:srgbClr val="111111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Coaches</a:t>
            </a:r>
            <a:pPr algn="l"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Who Are Running Out of Time.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914400" cy="54864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 Online coaches, personal trainers, nutrition coaches, mindset coaches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 Doing $10,000 – $100,000 per month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 Still answering your own DMs, booking your own calls, running your own onboarding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 You have revenue. You don’t have capacity.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3246120"/>
            <a:ext cx="8229600" cy="2743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337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 FOR: brick-and-mortar gyms.  ·  NOT FOR: coaches just getting started.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If that’s you — the next 10 minutes will change how you think about your time.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503920" y="4818888"/>
            <a:ext cx="182880" cy="182880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05088" y="48188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JARVIS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You’re Paying Yourself </a:t>
            </a:r>
            <a:pPr algn="l" indent="0" marL="0">
              <a:buNone/>
            </a:pPr>
            <a:r>
              <a:rPr lang="en-US" sz="3400" b="1" dirty="0">
                <a:solidFill>
                  <a:srgbClr val="CCFF00"/>
                </a:solidFill>
                <a:highlight>
                  <a:srgbClr val="111111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$10/hr</a:t>
            </a:r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and Calling It a Business.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731520" cy="54864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344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HOURS LOST / MONTH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560320" cy="7772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CCFF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60h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240487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3hrs/day on DMs, scheduling, follow-ups, invoices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91840" y="12344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OPPORTUNITY COST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554480"/>
            <a:ext cx="2560320" cy="7772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5544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CCFF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$12K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3291840" y="240487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 $200/hr, that’s what admin work costs you monthly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26480" y="12344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LEADS LOST EACH DAY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554480"/>
            <a:ext cx="2560320" cy="7772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15544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CCFF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35%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6126480" y="240487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DM at night + no reply by morning = they book someone else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6177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isn’t a hustle problem. It’s a structure problem.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503920" y="4818888"/>
            <a:ext cx="182880" cy="182880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05088" y="48188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JARVIS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Sarah Went from $18k to </a:t>
            </a:r>
            <a:pPr algn="l" indent="0" marL="0">
              <a:buNone/>
            </a:pPr>
            <a:r>
              <a:rPr lang="en-US" sz="3400" b="1" dirty="0">
                <a:solidFill>
                  <a:srgbClr val="CCFF00"/>
                </a:solidFill>
                <a:highlight>
                  <a:srgbClr val="111111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$34k</a:t>
            </a:r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/mo in 60 Days.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914400" cy="54864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005840"/>
            <a:ext cx="18288" cy="320040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BEFORE JARVIS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931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 $18k/month, 60-hour weeks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 Turned off her own ads — couldn’t handle the leads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 35% show rate on discovery calls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 Every DM, follow-up, schedule change landed on her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754880" y="10515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7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AFTER JARVIS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0" y="1417320"/>
            <a:ext cx="3931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2D7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 $34k/month in 60 days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 Ads back on — VA handling all lead follow-up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 68% show rate on discovery calls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 Operations running. Sarah just coaches.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703320"/>
            <a:ext cx="8229600" cy="868680"/>
          </a:xfrm>
          <a:prstGeom prst="rect">
            <a:avLst/>
          </a:prstGeom>
          <a:solidFill>
            <a:srgbClr val="EBEBE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79476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“Passion — $34k this month. My show rate doubled. </a:t>
            </a:r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 feel like a CEO for the first time.”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503920" y="4818888"/>
            <a:ext cx="182880" cy="182880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05088" y="48188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JARVIS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CFF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JARVIS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VA Does the Work. Then </a:t>
            </a:r>
            <a:pPr algn="l" indent="0" marL="0">
              <a:buNone/>
            </a:pPr>
            <a:r>
              <a:rPr lang="en-US" sz="3800" b="1" dirty="0">
                <a:solidFill>
                  <a:srgbClr val="CCFF00"/>
                </a:solidFill>
                <a:highlight>
                  <a:srgbClr val="111111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Automates</a:t>
            </a:r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It.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AAAA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 it runs without them. Powered by a vibe coding tool. No developer needed.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2697480" cy="1645920"/>
          </a:xfrm>
          <a:prstGeom prst="roundRect">
            <a:avLst>
              <a:gd name="adj" fmla="val 8333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2039112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FF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Handles your operations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2350008"/>
            <a:ext cx="22951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DMs, lead follow-up, scheduling, onboarding, inbox. Taken off your plate from day one.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18688" y="1874520"/>
            <a:ext cx="2697480" cy="1645920"/>
          </a:xfrm>
          <a:prstGeom prst="roundRect">
            <a:avLst>
              <a:gd name="adj" fmla="val 8333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19856" y="2039112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FF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Builds the automations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19856" y="2350008"/>
            <a:ext cx="22951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Sequences, workflows, pipelines. Built using a vibe coding tool — no dev needed on your end.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89320" y="1874520"/>
            <a:ext cx="2697480" cy="1645920"/>
          </a:xfrm>
          <a:prstGeom prst="roundRect">
            <a:avLst>
              <a:gd name="adj" fmla="val 8333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90488" y="2039112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FF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 runs itself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190488" y="2350008"/>
            <a:ext cx="22951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Repetitive work eliminated. VA moves to higher-value tasks. You just coach.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503920" y="4818888"/>
            <a:ext cx="182880" cy="182880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05088" y="48188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JARVIS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Day One to </a:t>
            </a:r>
            <a:pPr algn="l" indent="0" marL="0">
              <a:buNone/>
            </a:pPr>
            <a:r>
              <a:rPr lang="en-US" sz="3600" b="1" dirty="0">
                <a:solidFill>
                  <a:srgbClr val="CCFF00"/>
                </a:solidFill>
                <a:highlight>
                  <a:srgbClr val="111111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Self-Running</a:t>
            </a:r>
            <a:pPr algn="l"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in 90 Days.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914400" cy="54864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43000"/>
            <a:ext cx="2651760" cy="73152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075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MONTH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5819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 Handles Your Operations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892808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DMs answered. Leads followed up. Calendar managed. Onboarding done.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 starts within days.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14300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143000"/>
            <a:ext cx="2651760" cy="73152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3075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MONTH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83280" y="15819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 Builds the Automations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1892808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Follow-up sequences. Pipeline tracking. Onboarding flows.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Powered by vibe coding. No dev needed.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14300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1143000"/>
            <a:ext cx="2651760" cy="73152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13075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MONTH 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72200" y="15819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 Runs Itself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72200" y="1892808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Repetitive work is automated. VA focuses on exceptions and growth.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 just coach.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503920" y="4818888"/>
            <a:ext cx="182880" cy="182880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05088" y="48188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JARVIS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Question You Have — </a:t>
            </a:r>
            <a:pPr algn="l" indent="0" marL="0">
              <a:buNone/>
            </a:pPr>
            <a:r>
              <a:rPr lang="en-US" sz="3600" b="1" dirty="0">
                <a:solidFill>
                  <a:srgbClr val="CCFF00"/>
                </a:solidFill>
                <a:highlight>
                  <a:srgbClr val="111111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Answered</a:t>
            </a:r>
            <a:pPr algn="l"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731520" cy="54864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43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Tried VAs before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490472"/>
            <a:ext cx="2651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Most VA hires fail because of zero training and zero system. Our VAs are pre-trained on fitness coach workflows before day one. And they build the automation behind the work — so even if a VA leaves, the system stays.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46120" y="1143000"/>
            <a:ext cx="18288" cy="347472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1143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Can I trust them with clients?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337560" y="1490472"/>
            <a:ext cx="2651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VA follows your frameworks, your tone, your scripts — all approved by you. First 30 days, you review everything. Most clients give full autonomy within 45 days. Direct line to Jarvis team at all times.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1143000"/>
            <a:ext cx="18288" cy="347472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0" y="1143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time to manage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17920" y="1490472"/>
            <a:ext cx="2651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You’re already managing yourself 3 hours a day. Managing a VA takes 15 minutes. And as they build automations, you manage less every month — not more.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503920" y="4818888"/>
            <a:ext cx="182880" cy="182880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05088" y="48188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JARVIS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 Are Not the </a:t>
            </a:r>
            <a:pPr algn="l" indent="0" marL="0">
              <a:buNone/>
            </a:pPr>
            <a:r>
              <a:rPr lang="en-US" sz="3400" b="1" dirty="0">
                <a:solidFill>
                  <a:srgbClr val="CCFF00"/>
                </a:solidFill>
                <a:highlight>
                  <a:srgbClr val="111111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Cheapest</a:t>
            </a:r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That’s the Point.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914400" cy="54864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3931920" cy="411480"/>
          </a:xfrm>
          <a:prstGeom prst="rect">
            <a:avLst/>
          </a:prstGeom>
          <a:solidFill>
            <a:srgbClr val="FFE8E8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155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✗  CHEAP VA ($3–5/hr)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536192"/>
            <a:ext cx="3931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 No training on your business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 3 months to ramp up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 You build all systems yourself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 Leaves = start from zero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 Costs you time, leads, and growth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0" y="1051560"/>
            <a:ext cx="18288" cy="301752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1051560"/>
            <a:ext cx="3931920" cy="411480"/>
          </a:xfrm>
          <a:prstGeom prst="rect">
            <a:avLst/>
          </a:prstGeom>
          <a:solidFill>
            <a:srgbClr val="E8F5EC"/>
          </a:solidFill>
          <a:ln w="12700">
            <a:solidFill>
              <a:srgbClr val="AADD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1155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7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  JARVIS VA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1536192"/>
            <a:ext cx="3931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2D7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 Pre-trained before day one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 Running within days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 Builds automations as they work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 System stays when VA goes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 $0 upfront. 14-day guarantee.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4206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$3/hr VA who doesn’t perform costs more than we charge. You’re not paying for labor. You’re paying for infrastructure.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503920" y="4818888"/>
            <a:ext cx="182880" cy="182880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05088" y="48188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JARVIS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Everything You Get. </a:t>
            </a:r>
            <a:pPr algn="l" indent="0" marL="0">
              <a:buNone/>
            </a:pPr>
            <a:r>
              <a:rPr lang="en-US" sz="3600" b="1" dirty="0">
                <a:solidFill>
                  <a:srgbClr val="CCFF00"/>
                </a:solidFill>
                <a:highlight>
                  <a:srgbClr val="111111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$0</a:t>
            </a:r>
            <a:pPr algn="l"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Upfront.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640080" cy="54864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4023360" cy="1325880"/>
          </a:xfrm>
          <a:prstGeom prst="roundRect">
            <a:avLst>
              <a:gd name="adj" fmla="val 10345"/>
            </a:avLst>
          </a:prstGeom>
          <a:solidFill>
            <a:srgbClr val="E8E8E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261872"/>
            <a:ext cx="3621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in 200 Vetted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58368" y="1572768"/>
            <a:ext cx="3621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Skills tests, personality assessments, recorded interviews.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023360" cy="1325880"/>
          </a:xfrm>
          <a:prstGeom prst="roundRect">
            <a:avLst>
              <a:gd name="adj" fmla="val 10345"/>
            </a:avLst>
          </a:prstGeom>
          <a:solidFill>
            <a:srgbClr val="E8E8E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64608" y="1261872"/>
            <a:ext cx="3621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Pre-Trained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64608" y="1572768"/>
            <a:ext cx="3621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Trained on fitness coach workflows before day one.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606040"/>
            <a:ext cx="4023360" cy="1325880"/>
          </a:xfrm>
          <a:prstGeom prst="roundRect">
            <a:avLst>
              <a:gd name="adj" fmla="val 10345"/>
            </a:avLst>
          </a:prstGeom>
          <a:solidFill>
            <a:srgbClr val="E8E8E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770632"/>
            <a:ext cx="3621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Starts Within Days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8368" y="3081528"/>
            <a:ext cx="3621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 weeks. Days. Your ops taken over immediately.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2606040"/>
            <a:ext cx="4023360" cy="1325880"/>
          </a:xfrm>
          <a:prstGeom prst="roundRect">
            <a:avLst>
              <a:gd name="adj" fmla="val 10345"/>
            </a:avLst>
          </a:prstGeom>
          <a:solidFill>
            <a:srgbClr val="E8E8E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64608" y="2770632"/>
            <a:ext cx="3621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$0 Upfront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64608" y="3081528"/>
            <a:ext cx="3621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payment until your VA is ready to work.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114800"/>
            <a:ext cx="4023360" cy="1126998"/>
          </a:xfrm>
          <a:prstGeom prst="roundRect">
            <a:avLst>
              <a:gd name="adj" fmla="val 12170"/>
            </a:avLst>
          </a:prstGeom>
          <a:solidFill>
            <a:srgbClr val="E8E8E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4279392"/>
            <a:ext cx="3621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14-Day Guarantee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8368" y="4590288"/>
            <a:ext cx="3621024" cy="532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 working? We make it right. No questions.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4114800"/>
            <a:ext cx="4023360" cy="1126998"/>
          </a:xfrm>
          <a:prstGeom prst="roundRect">
            <a:avLst>
              <a:gd name="adj" fmla="val 12170"/>
            </a:avLst>
          </a:prstGeom>
          <a:solidFill>
            <a:srgbClr val="E8E8E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64608" y="4279392"/>
            <a:ext cx="3621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Unlimited Replacement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64608" y="4590288"/>
            <a:ext cx="3621024" cy="532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 don’t stop until you have the right one.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503920" y="4818888"/>
            <a:ext cx="182880" cy="182880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05088" y="48188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JARVIS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</a:t>
            </a:r>
            <a:pPr algn="l" indent="0" marL="0">
              <a:buNone/>
            </a:pPr>
            <a:r>
              <a:rPr lang="en-US" sz="3600" b="1" dirty="0">
                <a:solidFill>
                  <a:srgbClr val="CCFF00"/>
                </a:solidFill>
                <a:highlight>
                  <a:srgbClr val="111111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Proven</a:t>
            </a:r>
            <a:pPr algn="l"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Process. Every Time.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594360" cy="54864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2651760" cy="73152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618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5361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Qualification Call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84708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 look at your ops. Find the gaps. Confirm the fit.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097280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1097280"/>
            <a:ext cx="2651760" cy="73152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12618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29000" y="15361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Founder-Led Delegation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29000" y="184708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 tell us your world. We capture what to delegate first.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097280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1097280"/>
            <a:ext cx="2651760" cy="73152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12618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63640" y="15361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Talent Sourcing + Training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63640" y="184708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in 200 vetted. Trained before they touch your business.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063240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063240"/>
            <a:ext cx="2651760" cy="73152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2278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4360" y="35021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Workflow Capture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" y="381304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SOPs built. Automations mapped. System designed.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91840" y="3063240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91840" y="3063240"/>
            <a:ext cx="2651760" cy="73152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29000" y="32278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29000" y="35021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Delegation Start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429000" y="381304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 goes live. Operations taken over within days.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26480" y="3063240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26480" y="3063240"/>
            <a:ext cx="2651760" cy="73152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63640" y="32278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63640" y="35021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Execution + Scale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63640" y="381304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 runs ops. Builds automations. System grows with you.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503920" y="4818888"/>
            <a:ext cx="182880" cy="182880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705088" y="48188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JARVIS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Built by Someone Who </a:t>
            </a:r>
            <a:pPr algn="l" indent="0" marL="0">
              <a:buNone/>
            </a:pPr>
            <a:r>
              <a:rPr lang="en-US" sz="3600" b="1" dirty="0">
                <a:solidFill>
                  <a:srgbClr val="CCFF00"/>
                </a:solidFill>
                <a:highlight>
                  <a:srgbClr val="111111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Lived</a:t>
            </a:r>
            <a:pPr algn="l"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Your Life.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685800" cy="54864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344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FITNESS BACKGROUND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560320" cy="7772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CCFF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Coach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240487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Passion was a fitness coach himself. He knows your calendar, your leads, your burnout.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91840" y="12344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HERFIT APP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554480"/>
            <a:ext cx="2560320" cy="7772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5544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CCFF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1,000+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3291840" y="240487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Active users on the women’s fitness app Passion built and scaled.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26480" y="12344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JARVIS CLIENTS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554480"/>
            <a:ext cx="2560320" cy="7772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15544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CCFF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200+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6126480" y="240487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Founders freed from their own operations. 4.9★ average rating.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503920" y="4818888"/>
            <a:ext cx="182880" cy="182880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05088" y="48188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JARVIS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JARVIS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914400" y="146304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Would You Do With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 Hours Back Every Week?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3474720" y="3383280"/>
            <a:ext cx="2194560" cy="73152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611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 call. We’ll show you exactly how to get them.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503920" y="4818888"/>
            <a:ext cx="182880" cy="182880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05088" y="48188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JARVIS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FF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JARVIS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Book Your Free
</a:t>
            </a:r>
            <a:pPr algn="l" indent="0" marL="0">
              <a:buNone/>
            </a:pPr>
            <a:r>
              <a:rPr lang="en-US" sz="4600" b="1" dirty="0">
                <a:solidFill>
                  <a:srgbClr val="CCFF00"/>
                </a:solidFill>
                <a:highlight>
                  <a:srgbClr val="111111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15-Min</a:t>
            </a:r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Call.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457200" y="260604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 We look at your ops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 We tell you what a VA takes off your plate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 If it’s not the right fit, we say so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 $0 upfront. Starts within days. 14-day guarantee.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480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CFF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www.gojarvis.ai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217920" y="1188720"/>
            <a:ext cx="320040" cy="3200400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0" y="731520"/>
            <a:ext cx="1417320" cy="777240"/>
          </a:xfrm>
          <a:prstGeom prst="triangl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03920" y="4818888"/>
            <a:ext cx="182880" cy="182880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05088" y="48188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JARVIS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Jarvis Fitness Webinar</dc:title>
  <dc:subject>PptxGenJS Presentation</dc:subject>
  <dc:creator>Passion Chu</dc:creator>
  <cp:lastModifiedBy>Passion Chu</cp:lastModifiedBy>
  <cp:revision>1</cp:revision>
  <dcterms:created xsi:type="dcterms:W3CDTF">2026-04-16T18:59:58Z</dcterms:created>
  <dcterms:modified xsi:type="dcterms:W3CDTF">2026-04-16T18:59:58Z</dcterms:modified>
</cp:coreProperties>
</file>