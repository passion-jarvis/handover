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600" b="1">
                <a:solidFill>
                  <a:srgbClr val="1A1A1A"/>
                </a:solidFill>
                <a:latin typeface="Montserrat"/>
              </a:rPr>
              <a:t>You're still doing all of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94192" y="347472"/>
            <a:ext cx="3200400" cy="76809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356616"/>
            <a:ext cx="307238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CCFF00"/>
                </a:solidFill>
                <a:latin typeface="Montserrat"/>
              </a:rPr>
              <a:t>yourself.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88888"/>
                </a:solidFill>
                <a:latin typeface="Montserrat"/>
              </a:rPr>
              <a:t>A Jarvis VA handles all three — pre-trained, matched to your business, live in 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547872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547872" cy="64008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993392"/>
            <a:ext cx="31455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CFF00"/>
                </a:solidFill>
                <a:latin typeface="Montserrat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395728"/>
            <a:ext cx="31455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ontserrat"/>
              </a:rPr>
              <a:t>Inbox &amp; email management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ontserrat"/>
              </a:rPr>
              <a:t>Calendar &amp; scheduling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ontserrat"/>
              </a:rPr>
              <a:t>Data entry &amp; reporting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ontserrat"/>
              </a:rPr>
              <a:t>Document preparation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1828800"/>
            <a:ext cx="3547872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3672" y="1828800"/>
            <a:ext cx="3547872" cy="64008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993392"/>
            <a:ext cx="31455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CFF00"/>
                </a:solidFill>
                <a:latin typeface="Montserrat"/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95728"/>
            <a:ext cx="31455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ontserrat"/>
              </a:rPr>
              <a:t>Client onboarding flows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ontserrat"/>
              </a:rPr>
              <a:t>Follow-up sequences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ontserrat"/>
              </a:rPr>
              <a:t>Pipeline tracking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ontserrat"/>
              </a:rPr>
              <a:t>Vendor &amp; supplier coordination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4424" y="1828800"/>
            <a:ext cx="3547872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4424" y="1828800"/>
            <a:ext cx="3547872" cy="64008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993392"/>
            <a:ext cx="31455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CFF00"/>
                </a:solidFill>
                <a:latin typeface="Montserrat"/>
              </a:rPr>
              <a:t>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395728"/>
            <a:ext cx="314553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ontserrat"/>
              </a:rPr>
              <a:t>Lead response &amp; qualification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ontserrat"/>
              </a:rPr>
              <a:t>Call booking &amp; reminders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ontserrat"/>
              </a:rPr>
              <a:t>DM outreach &amp; follow-up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ontserrat"/>
              </a:rPr>
              <a:t>CRM updates &amp;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285232"/>
            <a:ext cx="12188952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58384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$10K+/month businesses  →  matched in days  →  gojarvis.ai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49224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Montserrat"/>
              </a:rPr>
              <a:t>* JARVIS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FF00"/>
                </a:solidFill>
                <a:latin typeface="Montserrat"/>
              </a:rPr>
              <a:t>JARVIS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686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ontserrat"/>
              </a:rPr>
              <a:t>WIN A MONTH OF JARVIS.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2926080" cy="9601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7" y="1746504"/>
            <a:ext cx="2798064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CCFF00"/>
                </a:solidFill>
                <a:latin typeface="Montserrat"/>
              </a:rPr>
              <a:t>FREE.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30168" y="2176272"/>
            <a:ext cx="8229600" cy="41148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16352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Montserrat"/>
              </a:rPr>
              <a:t>One winner. Everything you need to hand off your ops — done for 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337560"/>
            <a:ext cx="3547872" cy="2148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337560"/>
            <a:ext cx="3547872" cy="64008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02152"/>
            <a:ext cx="3182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88888"/>
                </a:solidFill>
                <a:latin typeface="Montserrat"/>
              </a:rPr>
              <a:t>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336499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CCFF00"/>
                </a:solidFill>
                <a:latin typeface="Montserrat"/>
              </a:rPr>
              <a:t>$1,600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3182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Montserrat"/>
              </a:rPr>
              <a:t>One month, fully managed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3337560"/>
            <a:ext cx="3547872" cy="2148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3337560"/>
            <a:ext cx="3547872" cy="64008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3502152"/>
            <a:ext cx="3182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88888"/>
                </a:solidFill>
                <a:latin typeface="Montserrat"/>
              </a:rPr>
              <a:t>WHAT YOU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3794760"/>
            <a:ext cx="336499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CCFF00"/>
                </a:solidFill>
                <a:latin typeface="Montserrat"/>
              </a:rPr>
              <a:t>VA +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754880"/>
            <a:ext cx="3182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Montserrat"/>
              </a:rPr>
              <a:t>Pre-trained VA and custom automations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4424" y="3337560"/>
            <a:ext cx="3547872" cy="2148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64424" y="3337560"/>
            <a:ext cx="3547872" cy="64008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3502152"/>
            <a:ext cx="3182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88888"/>
                </a:solidFill>
                <a:latin typeface="Montserrat"/>
              </a:rPr>
              <a:t>TIME TO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794760"/>
            <a:ext cx="336499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CCFF00"/>
                </a:solidFill>
                <a:latin typeface="Montserrat"/>
              </a:rPr>
              <a:t>5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4754880"/>
            <a:ext cx="3182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Montserrat"/>
              </a:rPr>
              <a:t>Onboarded and running in under a week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291072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Montserrat"/>
              </a:rPr>
              <a:t>gojarvis.ai  ·  passion@gojarvis.ai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9224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CFF00"/>
                </a:solidFill>
                <a:latin typeface="Montserrat"/>
              </a:rPr>
              <a:t>* JARVIS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