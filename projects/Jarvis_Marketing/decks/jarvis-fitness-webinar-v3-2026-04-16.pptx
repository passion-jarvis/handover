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Fitness Coaches
Get Their Operations
</a:t>
            </a:r>
            <a:pPr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Without Them.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0" y="4663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gojarvis.ai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THIS IS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for You If...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You're an online fitness coach</a:t>
            </a:r>
            <a:endParaRPr lang="en-US" sz="2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Doing $10,000 – $100,000 / month</a:t>
            </a:r>
            <a:endParaRPr lang="en-US" sz="2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Still answering your own DMs</a:t>
            </a:r>
            <a:endParaRPr lang="en-US" sz="2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Still booking your own calls</a:t>
            </a:r>
            <a:endParaRPr lang="en-US" sz="22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You have revenue. You don't have capacity.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for: gyms. NOT for: coaches just starting.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AM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Passion Chu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91840" y="1280160"/>
            <a:ext cx="17373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280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9184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know your calendar,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leads, your burnout.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1280160"/>
            <a:ext cx="17373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280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on HerFIT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women's fitness app I built.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280160"/>
            <a:ext cx="17373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280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Founders freed from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 own operations.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34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was a fitness</a:t>
            </a:r>
            <a:endParaRPr lang="en-US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myself.</a:t>
            </a:r>
            <a:endParaRPr lang="en-US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know your day.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built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business.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you're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assistant.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hours a day.
</a:t>
            </a:r>
            <a:pPr indent="0" marL="0">
              <a:buNone/>
            </a:pPr>
            <a:r>
              <a:rPr lang="en-US" sz="52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$12,000</a:t>
            </a:r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month.
</a:t>
            </a:r>
            <a:pPr indent="0" marL="0">
              <a:buNone/>
            </a:pPr>
            <a:r>
              <a:rPr lang="en-US" sz="52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Gone.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who DM at night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don't hear back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morning book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someone else.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me tell you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Sarah.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BEFORE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$18k/month.
</a:t>
            </a:r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60-hour weeks.
</a:t>
            </a:r>
            <a:pPr indent="0" marL="0">
              <a:buNone/>
            </a:pPr>
            <a:r>
              <a:rPr lang="en-US" sz="50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Turned off her own ads.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—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$34k
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60 days.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029200" y="777240"/>
            <a:ext cx="3749040" cy="1463040"/>
          </a:xfrm>
          <a:prstGeom prst="rect">
            <a:avLst>
              <a:gd name="adj" fmla="val 9375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868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· 11:04 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0" y="1143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"Passion — $34k this month.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show rate doubled.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feel like a CEO for the first time."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handled the DMs.
</a:t>
            </a:r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the follow-up system.
</a:t>
            </a:r>
            <a:pPr indent="0" marL="0">
              <a:buNone/>
            </a:pPr>
            <a:r>
              <a:rPr lang="en-US" sz="44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Sarah just coached.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OTHERS SUCCESS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all said the same thing.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280160"/>
            <a:ext cx="1783080" cy="100584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1335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+$22k/mo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55848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Marcus T.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coach, LA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49240" y="1280160"/>
            <a:ext cx="1783080" cy="100584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248" y="1335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3x leads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followed 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3248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Jenna K.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PT, Austin TX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06640" y="1280160"/>
            <a:ext cx="1783080" cy="100584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0648" y="1335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67% show 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70648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Derek M.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coach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1783080" cy="100584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5694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Quit her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9-to-5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55848" y="3017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Aisha P.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Mindset coach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2514600"/>
            <a:ext cx="1783080" cy="100584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5694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$41k month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3017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Ryan C.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coach, NYC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2514600"/>
            <a:ext cx="1783080" cy="100584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5694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Inbox at zero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day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70648" y="3017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Lena 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JARVIS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VA </a:t>
            </a:r>
            <a:pPr indent="0" marL="0">
              <a:buNone/>
            </a:pPr>
            <a:r>
              <a:rPr lang="en-US" sz="5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the work.
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</a:t>
            </a:r>
            <a:pPr indent="0" marL="0">
              <a:buNone/>
            </a:pPr>
            <a:r>
              <a:rPr lang="en-US" sz="5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automates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200400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a vibe coding tool. No developer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017520" y="685800"/>
            <a:ext cx="1874520" cy="256032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685800"/>
            <a:ext cx="18745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685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14300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handles your ops.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DMs, leads, calendar, onboarding.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685800"/>
            <a:ext cx="1874520" cy="256032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685800"/>
            <a:ext cx="18745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685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14300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 builds automations.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Follow-ups, pipelines, workflows.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685800"/>
            <a:ext cx="1874520" cy="2560320"/>
          </a:xfrm>
          <a:prstGeom prst="rect">
            <a:avLst/>
          </a:prstGeom>
          <a:solidFill>
            <a:srgbClr val="EAEA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685800"/>
            <a:ext cx="18745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685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14300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runs itself.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just coach.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858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day one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self-running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90 days.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We're not the cheapest.
</a:t>
            </a:r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We're the one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works.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20040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$3/hr VA who doesn't perform costs more than we charge.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GUARANTEE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2D7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 upfront.
</a:t>
            </a:r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14-day guarantee.
</a:t>
            </a:r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in 5 days.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minutes.
</a:t>
            </a:r>
            <a:pPr indent="0" marL="0">
              <a:buNone/>
            </a:pPr>
            <a:r>
              <a:rPr lang="en-US" sz="70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all it takes.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594360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gojarvis.ai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4818888"/>
            <a:ext cx="182880" cy="18288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4818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JARVIS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Fitness Webinar V3</dc:title>
  <dc:subject>PptxGenJS Presentation</dc:subject>
  <dc:creator>Passion Chu</dc:creator>
  <cp:lastModifiedBy>Passion Chu</cp:lastModifiedBy>
  <cp:revision>1</cp:revision>
  <dcterms:created xsi:type="dcterms:W3CDTF">2026-04-16T19:25:46Z</dcterms:created>
  <dcterms:modified xsi:type="dcterms:W3CDTF">2026-04-16T19:25:46Z</dcterms:modified>
</cp:coreProperties>
</file>