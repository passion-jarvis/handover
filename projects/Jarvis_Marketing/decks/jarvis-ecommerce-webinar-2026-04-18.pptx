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5603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600" kern="0" dirty="0">
                <a:solidFill>
                  <a:srgbClr val="CCFF00"/>
                </a:solidFill>
              </a:rPr>
              <a:t>JARVIS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Next $10k Is Already on Your To-Do List.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Just Never </a:t>
            </a:r>
            <a:pPr algn="ctr" indent="0" marL="0">
              <a:buNone/>
            </a:pPr>
            <a:r>
              <a:rPr lang="en-US" sz="30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Gets Done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26060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A case study. One VA. Durable AI. $22k → $39k in 60 days.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CFF00"/>
                </a:solidFill>
              </a:rPr>
              <a:t>VIRTUAL ASSISTANT CASE STUDY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George Chen, Co-Founder of Jarvis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 for eCommerce Founders Who Are </a:t>
            </a:r>
            <a:pPr algn="l" indent="0" marL="0">
              <a:buNone/>
            </a:pPr>
            <a:r>
              <a:rPr lang="en-US" sz="24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Stuck</a:t>
            </a:r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Executing Alone.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→  Shopify. Amazon. WooCommerce.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444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→  Doing $10,000 – $100,000/month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7465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→  Proven product. Proven traffic. Proven brand.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0482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→  A growth backlog that hasn’t moved in months.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500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→  You know exactly what to do. You have no one to execute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8138160" cy="1051560"/>
          </a:xfrm>
          <a:prstGeom prst="rect">
            <a:avLst/>
          </a:prstGeom>
          <a:solidFill>
            <a:srgbClr val="EAEAE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</a:rPr>
              <a:t>NOT FOR: brick-and-mortar businesses or brands just starting out.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7A3A"/>
                </a:solidFill>
              </a:rPr>
              <a:t>FOR: proven eCommerce founders who are now the bottleneck to their own growth.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4251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If that’s you — stay with 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A1A1A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Alex: $22k/mo. Shopify Brand. His Message to Me After </a:t>
            </a:r>
            <a:pPr algn="l" indent="0" marL="0">
              <a:buNone/>
            </a:pPr>
            <a:r>
              <a:rPr lang="en-US" sz="22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2</a:t>
            </a:r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789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$22,000/month. Shopify brand. Three years in.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3946"/>
                </a:solidFill>
              </a:rPr>
              <a:t>→  Working 50+ hour weeks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3946"/>
                </a:solidFill>
              </a:rPr>
              <a:t>→  4 months of growth tasks untouched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3946"/>
                </a:solidFill>
              </a:rPr>
              <a:t>→  Throttling his own ads to protect his sanity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3946"/>
                </a:solidFill>
              </a:rPr>
              <a:t>→  No one to execute the backlog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3931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3931920" cy="365760"/>
          </a:xfrm>
          <a:prstGeom prst="rect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784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 jarvis-clients   •  private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1463040"/>
            <a:ext cx="3566160" cy="1828800"/>
          </a:xfrm>
          <a:prstGeom prst="rect">
            <a:avLst/>
          </a:prstGeom>
          <a:solidFill>
            <a:srgbClr val="F7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5361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Alex  •  today at 11:42 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80136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“George — I’m back to working on the business. The list is finally getting done. $39k this month.”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92040" y="3401568"/>
            <a:ext cx="35661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4015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$22,000 → $39,000 / month  ▲ 77%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A1A1A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Am I — And Why Should You </a:t>
            </a:r>
            <a:pPr algn="l" indent="0" marL="0">
              <a:buNone/>
            </a:pPr>
            <a:r>
              <a:rPr lang="en-US" sz="26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to Me?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78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George Chen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444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Co-Founder, Jarvis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847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→  Built his own company from 6 figures to 8 figures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121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→  The lever? Hiring, training, and deploying VAs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395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→  One trained VA trained the rest of his 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70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→  Now runs a VA operation with 200+ clients served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→  Built Jarvis to give every founder the same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83480" y="100584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005840"/>
            <a:ext cx="50292" cy="109728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8928" y="10972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8888"/>
                </a:solidFill>
              </a:rPr>
              <a:t>OWN BUSINESS GROWTH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38928" y="12984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→ 8 fig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38928" y="1719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Using VAs before selling the model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83480" y="224028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3480" y="2240280"/>
            <a:ext cx="50292" cy="109728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23317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8888"/>
                </a:solidFill>
              </a:rPr>
              <a:t>CLIENTS SERVED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38928" y="25328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38928" y="29535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eCommerce founders freed from their own ops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34747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3474720"/>
            <a:ext cx="50292" cy="109728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8928" y="356616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8888"/>
                </a:solidFill>
              </a:rPr>
              <a:t>AVG CLIENT RESULT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38928" y="37673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+65%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38928" y="41879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Revenue growth within first 60 days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4805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We practice what we preach. VAs built our business. We’re teaching you the same system.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A1A1A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VA Is Not What You Think. Ours Also </a:t>
            </a:r>
            <a:pPr algn="l" indent="0" marL="0">
              <a:buNone/>
            </a:pPr>
            <a:r>
              <a:rPr lang="en-US" sz="23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</a:t>
            </a:r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the Automation.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51560"/>
            <a:ext cx="3931920" cy="502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143000"/>
            <a:ext cx="3602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A virtual assistant is someone who works remotely, often from home.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7512" y="157276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Our VAs are overseas—where a stable living costs $4–$5/hr. This isn’t new. The 4-Hour Workweek covered this in 2007. Chase, Apple, Amazon all do it.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2377440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→  Influencer outreach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" y="2624328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→  UGC coordination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2871216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→  Email campaign execution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3118104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→  Product launch management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" y="3364992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→  Supplier communication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3931920" cy="3291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051560"/>
            <a:ext cx="3931920" cy="5029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14300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Jarvis VAs different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1481328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They don’t just do the work.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They build the automation behind it.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2084832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FF00"/>
                </a:solidFill>
              </a:rPr>
              <a:t>Using Durable AI (app.durable.ai)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2395728"/>
            <a:ext cx="3602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BBBBB"/>
                </a:solidFill>
              </a:rPr>
              <a:t>No developer. No tech team.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BBBBBB"/>
                </a:solidFill>
              </a:rPr>
              <a:t>No expensive build.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3752" y="2880360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BBBBB"/>
                </a:solidFill>
              </a:rPr>
              <a:t>Your VA executes the task…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BBBBBB"/>
                </a:solidFill>
              </a:rPr>
              <a:t>then builds the sequence so 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BBBBBB"/>
                </a:solidFill>
              </a:rPr>
              <a:t>runs automatically next time.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3752" y="365760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FF00"/>
                </a:solidFill>
              </a:rPr>
              <a:t>This is not what other VA companies 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A1A1A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Alex Had a Notion Doc He Called His “</a:t>
            </a:r>
            <a:pPr algn="l" indent="0" marL="0">
              <a:buNone/>
            </a:pPr>
            <a:r>
              <a:rPr lang="en-US" sz="24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Backlog</a:t>
            </a:r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”.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$22,000/month. Shopify brand. Three years in. On paper — doing well.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50292" cy="6217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5361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 outreach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7512" y="179222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Hadn’t started. List written. No one to run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06640" y="1618488"/>
            <a:ext cx="1097280" cy="237744"/>
          </a:xfrm>
          <a:prstGeom prst="rect">
            <a:avLst/>
          </a:prstGeom>
          <a:solidFill>
            <a:srgbClr val="FFE5E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6184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4 months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176272"/>
            <a:ext cx="8138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76272"/>
            <a:ext cx="50292" cy="6217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2494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UGC brief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7512" y="25054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Written 3 months ago. Never sent to a single creator.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2331720"/>
            <a:ext cx="1097280" cy="237744"/>
          </a:xfrm>
          <a:prstGeom prst="rect">
            <a:avLst/>
          </a:prstGeom>
          <a:solidFill>
            <a:srgbClr val="FFE5E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23317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4 months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889504"/>
            <a:ext cx="8138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889504"/>
            <a:ext cx="50292" cy="6217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962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Klaviyo post-purchase sequence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7512" y="3218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Half-done since January. Still not live.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3044952"/>
            <a:ext cx="1097280" cy="237744"/>
          </a:xfrm>
          <a:prstGeom prst="rect">
            <a:avLst/>
          </a:prstGeom>
          <a:solidFill>
            <a:srgbClr val="FFE5E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3044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4 months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602736"/>
            <a:ext cx="8138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602736"/>
            <a:ext cx="50292" cy="6217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36758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Second product launch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7512" y="39319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Needs supplier, listing, email, ads — too much to coordinate alone.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3758184"/>
            <a:ext cx="1097280" cy="237744"/>
          </a:xfrm>
          <a:prstGeom prst="rect">
            <a:avLst/>
          </a:prstGeom>
          <a:solidFill>
            <a:srgbClr val="FFE5E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37581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4 months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44074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He knew exactly what to do. He just couldn’t get to any of it.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A1A1A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Don’t Have a Time Problem. You Have an </a:t>
            </a:r>
            <a:pPr algn="l" indent="0" marL="0">
              <a:buNone/>
            </a:pPr>
            <a:r>
              <a:rPr lang="en-US" sz="24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Execution</a:t>
            </a:r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Problem.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51560"/>
            <a:ext cx="2560320" cy="502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17957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7512" y="1527048"/>
            <a:ext cx="223113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Only YOU can do this.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What to sell.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Where to grow.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What to test.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This is your job.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7512" y="1188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" y="1581912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88888"/>
                </a:solidFill>
              </a:rPr>
              <a:t>STRATEGIC WORK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7512" y="1856232"/>
            <a:ext cx="223113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Only YOU can do this.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What to sell.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Where to grow.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What to test.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This is your job.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8980" y="105156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8980" y="1051560"/>
            <a:ext cx="2560320" cy="5029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3572" y="117957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execution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33572" y="1527048"/>
            <a:ext cx="223113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Anyone trained can do this.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Influencer outreach.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UGC. Email campaigns.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Product launches.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This is your backlog.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33572" y="1188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33572" y="1581912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88888"/>
                </a:solidFill>
              </a:rPr>
              <a:t>GROWTH EXECUTION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33572" y="1856232"/>
            <a:ext cx="223113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Anyone trained can do this.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Influencer outreach.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UGC. Email campaigns.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Product launches.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This is your backlog.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051560"/>
            <a:ext cx="2560320" cy="502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117957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Repetitive ops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9632" y="1527048"/>
            <a:ext cx="223113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A system should do this.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Follow-ups. Reports.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Order tracking. Returns.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This is your bottleneck.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99632" y="1188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99632" y="1581912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88888"/>
                </a:solidFill>
              </a:rPr>
              <a:t>REPETITIVE OPS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99632" y="1856232"/>
            <a:ext cx="223113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A system should do this.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Follow-ups. Reports.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Order tracking. Returns.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This is your bottleneck.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3159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Alex was doing all three. Most VA companies only fix column three.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A1A1A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CFF00"/>
                </a:solidFill>
              </a:rPr>
              <a:t>JARVIS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Here’s Exactly </a:t>
            </a:r>
            <a:pPr algn="l" indent="0" marL="0">
              <a:buNone/>
            </a:pPr>
            <a:r>
              <a:rPr lang="en-US" sz="28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Did</a:t>
            </a:r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for Alex.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606040" cy="4572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527048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CFF00"/>
                </a:solidFill>
              </a:rPr>
              <a:t>MONTH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7512" y="176479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Execute the Backlog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2167128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→  45-min interview → we build the playbook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7512" y="2606040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→  60 influencer contacts sent in Alex’s voice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7512" y="3044952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→  UGC brief out → 3 creators confirmed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7512" y="3483864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→  Post-purchase email sequence built + live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7512" y="3922776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→  Second product launch coordinated end-to-end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60604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417320"/>
            <a:ext cx="2606040" cy="4572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1527048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CFF00"/>
                </a:solidFill>
              </a:rPr>
              <a:t>MONTH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56432" y="176479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with Durable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56432" y="2167128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→  Influencer follow-up: Durable auto day 3, 7, 14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56432" y="2606040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→  UGC tracker: auto-log, review, file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56432" y="3044952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→  Weekly report: auto-lands every Monday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56432" y="3483864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→  Return flow: auto-response + inventory update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1417320"/>
            <a:ext cx="260604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1417320"/>
            <a:ext cx="2606040" cy="4572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27048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CFF00"/>
                </a:solidFill>
              </a:rPr>
              <a:t>MONTH 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45352" y="176479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Runs Itself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45352" y="2167128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→  VA now negotiating influencer deals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45352" y="2606040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→  VA optimizing + testing email campaigns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45352" y="3044952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→  VA coordinating product launches end to end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45352" y="3483864"/>
            <a:ext cx="2276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→  Alex making decisions, not clearing emails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$22k → $39k</a:t>
            </a:r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 60 Days. Same Product. Same Ads.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88888"/>
                </a:solidFill>
              </a:rPr>
              <a:t>REVENUE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56032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$39k/mo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Up from $22k in month 2.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No product change.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No new ad budget.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8980" y="1005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88888"/>
                </a:solidFill>
              </a:rPr>
              <a:t>REVIEW SCORE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68980" y="1234440"/>
            <a:ext cx="256032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8980" y="12344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4.7 ★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268980" y="19659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Up from 4.1 in 45 days.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Response time: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18hrs → under 2hrs.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1005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88888"/>
                </a:solidFill>
              </a:rPr>
              <a:t>BACKLOG CLEARED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56032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2344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days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035040" y="19659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4 months of untouched tasks done.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Influencer deals live.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Email sequence running.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291840"/>
            <a:ext cx="8138160" cy="1188720"/>
          </a:xfrm>
          <a:prstGeom prst="rect">
            <a:avLst/>
          </a:prstGeom>
          <a:solidFill>
            <a:srgbClr val="EAEAE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291840"/>
            <a:ext cx="64008" cy="118872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3832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“George — I’m back to working on the business. The list is finally getting done. My Shopify score is 4.7. The inbox is not my problem anymore.”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409651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8888"/>
                </a:solidFill>
              </a:rPr>
              <a:t>— Alex, Shopify brand founder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A1A1A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Are You </a:t>
            </a:r>
            <a:pPr algn="l" indent="0" marL="0">
              <a:buNone/>
            </a:pPr>
            <a:r>
              <a:rPr lang="en-US" sz="26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Sacrificing</a:t>
            </a:r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by Doing It All Yourself?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813816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50292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801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 with family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7512" y="15361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</a:rPr>
              <a:t>The hours you spend on tasks a VA should own.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938528"/>
            <a:ext cx="813816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38528"/>
            <a:ext cx="50292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299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growth backlog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22860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</a:rPr>
              <a:t>The list that sits there. Month after month. Untouched.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688336"/>
            <a:ext cx="813816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88336"/>
            <a:ext cx="50292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7797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Ads you can’t scale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" y="30358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</a:rPr>
              <a:t>You throttle your own campaigns because the backend can’t keep up.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438144"/>
            <a:ext cx="813816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438144"/>
            <a:ext cx="50292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5295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energy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" y="378561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</a:rPr>
              <a:t>The best founders do their best thinking when they’re not exhausted.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“You didn’t start this business to be your own assistant.”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Question You Have — </a:t>
            </a:r>
            <a:pPr algn="l" indent="0" marL="0">
              <a:buNone/>
            </a:pPr>
            <a:r>
              <a:rPr lang="en-US" sz="28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Answered</a:t>
            </a:r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25603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2560320" cy="5029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1338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Tried VAs before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7512" y="1508760"/>
            <a:ext cx="223113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It failed because you gave them no training, no playbook, no system.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Ours arrive pre-trained on eCommerce workflows. They also build Durable automations as they work — so the system stays even if a VA leaves.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8980" y="1005840"/>
            <a:ext cx="25603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68980" y="1005840"/>
            <a:ext cx="2560320" cy="5029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3572" y="11338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 they represent my brand?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33572" y="1508760"/>
            <a:ext cx="223113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We build your brand voice kit before day one. Month 1, you review everything.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Most founders stop checking by month 2. Your VA never improvises.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5603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05840"/>
            <a:ext cx="2560320" cy="5029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11338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don’t have time to train anyone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99632" y="1508760"/>
            <a:ext cx="223113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You don’t train the VA. We do.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One 45-minute interview. We build the playbook. We train the VA on it.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That 45 minutes buys you back 80 hours a month.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A1A1A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These Founders Have Already </a:t>
            </a:r>
            <a:pPr algn="l" indent="0" marL="0">
              <a:buNone/>
            </a:pPr>
            <a:r>
              <a:rPr lang="en-US" sz="28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Done It</a:t>
            </a:r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977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0120"/>
            <a:ext cx="3977640" cy="5029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051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★★★★★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7512" y="1271016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Sarah K.  •  Shopify apparel brand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7512" y="1508760"/>
            <a:ext cx="3648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“First month I got back 3 hours a day. Second month my Shopify review score went from 4.2 to 4.8. I had no idea that was even related to response time.”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3977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960120"/>
            <a:ext cx="3977640" cy="5029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051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★★★★★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36592" y="1271016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Marcus T.  •  Amazon FBA seller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36592" y="1508760"/>
            <a:ext cx="3648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“The VA built the Durable sequence for influencer follow-up and I haven’t manually chased a creator since. Revenue up 40% in 8 weeks.”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734056"/>
            <a:ext cx="3977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734056"/>
            <a:ext cx="3977640" cy="5029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8254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★★★★★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" y="3044952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Priya M.  •  WooCommerce skincare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512" y="3282696"/>
            <a:ext cx="3648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“I’ve hired 3 VAs off Upwork. All failed. Jarvis had a system before they started. Night and day difference.”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734056"/>
            <a:ext cx="3977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734056"/>
            <a:ext cx="3977640" cy="5029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28254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★★★★★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36592" y="3044952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James L.  •  DTC supplements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36592" y="3282696"/>
            <a:ext cx="3648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“The product launch we couldn’t coordinate for 5 months went live in 3 weeks. VA handled everything.”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A1A1A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Are Not the </a:t>
            </a:r>
            <a:pPr algn="l" indent="0" marL="0">
              <a:buNone/>
            </a:pPr>
            <a:r>
              <a:rPr lang="en-US" sz="28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Cheapest</a:t>
            </a:r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 That’s the Point.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3977640" cy="310896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397764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698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✗  $4/HR UPWORK VA  or  OTHER AGENCIES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15179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</a:rPr>
              <a:t>→  No eCommerce training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9019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</a:rPr>
              <a:t>→  2–3 weeks to ramp up (if they stay)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</a:rPr>
              <a:t>→  You write all SOPs yourself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26700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</a:rPr>
              <a:t>→  Leaves = start from zero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305409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</a:rPr>
              <a:t>→  Other agencies: $3k–$6k setup fee + upcharge on hourly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34381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</a:rPr>
              <a:t>→  No automation. Same tasks forever.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3977640" cy="3108960"/>
          </a:xfrm>
          <a:prstGeom prst="rect">
            <a:avLst/>
          </a:prstGeom>
          <a:solidFill>
            <a:srgbClr val="F5FFF5"/>
          </a:solidFill>
          <a:ln w="12700">
            <a:solidFill>
              <a:srgbClr val="BBDD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3977640" cy="384048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0698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✓  JARVIS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28032" y="15179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A3A"/>
                </a:solidFill>
              </a:rPr>
              <a:t>→  Pre-trained on eCommerce before day 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8032" y="19019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A3A"/>
                </a:solidFill>
              </a:rPr>
              <a:t>→  Running within 5 days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28032" y="22860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A3A"/>
                </a:solidFill>
              </a:rPr>
              <a:t>→  Playbook built before they start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8032" y="26700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A3A"/>
                </a:solidFill>
              </a:rPr>
              <a:t>→  System stays when VA leaves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8032" y="305409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A3A"/>
                </a:solidFill>
              </a:rPr>
              <a:t>→  You pay your VA directly — we charge one flat fee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34381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A3A"/>
                </a:solidFill>
              </a:rPr>
              <a:t>→  Durable AI automations built as they work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325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 $4/hr VA who underperforms costs you more than we charge — in time, in growth, and in compounding value that never gets built.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A1A1A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Here’s Exactly </a:t>
            </a:r>
            <a:pPr algn="l" indent="0" marL="0">
              <a:buNone/>
            </a:pPr>
            <a:r>
              <a:rPr lang="en-US" sz="28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Do</a:t>
            </a:r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for You.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253288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2532888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26464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15-Min Audit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755648"/>
            <a:ext cx="2258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We look at your ops, find the gaps, confirm the fit. We’ve turned people down. If it’s not right — we say so.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27248" y="1005840"/>
            <a:ext cx="253288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1005840"/>
            <a:ext cx="2532888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0972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64408" y="1426464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50–100 VA Applications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64408" y="1755648"/>
            <a:ext cx="2258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We source candidates. 1 in 200 makes the cut. Skills tests, personality assessments, recorded interviews.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51576" y="1005840"/>
            <a:ext cx="253288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51576" y="1005840"/>
            <a:ext cx="2532888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88736" y="10972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88736" y="1426464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7–10 Best Candidates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88736" y="1755648"/>
            <a:ext cx="2258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Presented on a spreadsheet with interview recordings. You choose. Your VA starts within 5 days.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724912"/>
            <a:ext cx="253288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724912"/>
            <a:ext cx="2532888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81635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14553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Playbook Built Before Day One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474720"/>
            <a:ext cx="2258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Brand voice kit. Workflows. Escalation logic. Your VA arrives with everything ready to go.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27248" y="2724912"/>
            <a:ext cx="253288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27248" y="2724912"/>
            <a:ext cx="2532888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281635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64408" y="314553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 Goes Live + Durable AI Builds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64408" y="3474720"/>
            <a:ext cx="2258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Growth execution from day one. Automations built as they work. Repetitive parts run themselves.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51576" y="2724912"/>
            <a:ext cx="253288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51576" y="2724912"/>
            <a:ext cx="2532888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88736" y="281635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88736" y="314553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Private Slack + Ongoing Support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88736" y="3474720"/>
            <a:ext cx="2258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Direct line to our team. Just us. No one else in the channel. We check in with you periodically.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A1A1A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</a:t>
            </a:r>
            <a:pPr algn="l" indent="0" marL="0">
              <a:buNone/>
            </a:pPr>
            <a:r>
              <a:rPr lang="en-US" sz="32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Guarantees</a:t>
            </a:r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 No Fine Print.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97764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51560"/>
            <a:ext cx="3977640" cy="5029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70432"/>
            <a:ext cx="96012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days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09928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 matched within 5 business days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7512" y="1728216"/>
            <a:ext cx="3648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Not weeks. Days. Pre-trained and ready before they touch your business.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397764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051560"/>
            <a:ext cx="3977640" cy="5029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170432"/>
            <a:ext cx="96012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704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 days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79008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Replacement within 90 days, no questions asked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36592" y="1728216"/>
            <a:ext cx="3648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If you don’t like your VA for any reason in the first 90 days — we replace them. No drama.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715768"/>
            <a:ext cx="397764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15768"/>
            <a:ext cx="3977640" cy="5029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834640"/>
            <a:ext cx="96012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34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months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09928" y="2852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Protected for a full year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" y="3392424"/>
            <a:ext cx="3648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If anything happens on the VA’s side — sick, career change, whatever — we replace them within 12 months.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2715768"/>
            <a:ext cx="397764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715768"/>
            <a:ext cx="3977640" cy="50292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834640"/>
            <a:ext cx="96012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834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779008" y="2852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upfront. You pay your VA directly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36592" y="3392424"/>
            <a:ext cx="3648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No $3,000–$6,000 setup fee. No upcharge on hourly. One flat recruitment fee. That’s it.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Free 15-Min Audit. Not a </a:t>
            </a:r>
            <a:pPr algn="l" indent="0" marL="0">
              <a:buNone/>
            </a:pPr>
            <a:r>
              <a:rPr lang="en-US" sz="28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Call</a:t>
            </a:r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This isn’t a pitch. We’ve turned people down. If it’s not the right fit — we say so.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50292" cy="50292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4813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52704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What’s taking up the most time in your business right now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8138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011680"/>
            <a:ext cx="50292" cy="50292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0756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212140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What bottlenecks could be fixed by a VA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606040"/>
            <a:ext cx="8138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606040"/>
            <a:ext cx="50292" cy="50292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670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271576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What areas of your store are missing that could drive more revenue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200400"/>
            <a:ext cx="8138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00400"/>
            <a:ext cx="50292" cy="50292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644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331012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Is this even the right time to get a VA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3794760"/>
            <a:ext cx="8138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794760"/>
            <a:ext cx="50292" cy="50292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385876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390448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What Durable AI automations would eliminate the most repetitive work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A1A1A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CFF00"/>
                </a:solidFill>
              </a:rPr>
              <a:t>JARVIS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Growth Backlog Doesn’t Need </a:t>
            </a:r>
            <a:pPr algn="l" indent="0" marL="0">
              <a:buNone/>
            </a:pPr>
            <a:r>
              <a:rPr lang="en-US" sz="2200" b="1" dirty="0">
                <a:solidFill>
                  <a:srgbClr val="CCFF00"/>
                </a:solidFill>
                <a:highlight>
                  <a:srgbClr val="111111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Another Month</a:t>
            </a:r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on Hold.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→  We look at your store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219456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→  We map what a VA could execute first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→  We show you what Durable automations would eliminate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→  If it’s not the right fit — we say so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→  $0 upfront. Starts within 5 days. Unlimited replacement.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493008"/>
            <a:ext cx="160020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4930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FF00"/>
                </a:solidFill>
              </a:rPr>
              <a:t>5-day placement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21992" y="3493008"/>
            <a:ext cx="160020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21992" y="34930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FF00"/>
                </a:solidFill>
              </a:rPr>
              <a:t>90-day replacement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41064" y="3493008"/>
            <a:ext cx="160020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41064" y="34930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FF00"/>
                </a:solidFill>
              </a:rPr>
              <a:t>$0 upfront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4069080"/>
            <a:ext cx="2743200" cy="45720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</a:rPr>
              <a:t>www.gojarvis.ai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822960"/>
            <a:ext cx="1005840" cy="237744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822960"/>
            <a:ext cx="2286000" cy="100584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4640580"/>
            <a:ext cx="274320" cy="274320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4640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19872" y="4672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JARVIS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Jarvis eCommerce Webinar</dc:title>
  <dc:subject>PptxGenJS Presentation</dc:subject>
  <dc:creator>PptxGenJS</dc:creator>
  <cp:lastModifiedBy>PptxGenJS</cp:lastModifiedBy>
  <cp:revision>1</cp:revision>
  <dcterms:created xsi:type="dcterms:W3CDTF">2026-04-19T01:55:05Z</dcterms:created>
  <dcterms:modified xsi:type="dcterms:W3CDTF">2026-04-19T01:55:05Z</dcterms:modified>
</cp:coreProperties>
</file>