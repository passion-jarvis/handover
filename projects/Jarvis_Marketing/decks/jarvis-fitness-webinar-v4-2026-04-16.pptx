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Jennifer Went From
</a:t>
            </a:r>
            <a:pPr indent="0" marL="0">
              <a:buNone/>
            </a:pPr>
            <a:r>
              <a:rPr lang="en-US" sz="5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$18k</a:t>
            </a:r>
            <a:pPr indent="0" marL="0">
              <a:buNone/>
            </a:pPr>
            <a:r>
              <a:rPr lang="en-US" sz="5000" b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→  </a:t>
            </a:r>
            <a:pPr indent="0" marL="0">
              <a:buNone/>
            </a:pPr>
            <a:r>
              <a:rPr lang="en-US" sz="50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$34k</a:t>
            </a:r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/mo
</a:t>
            </a:r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60 Days.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by changing her offer. Not by running better ads.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0" y="4663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gojarvis.ai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AM 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Passion Chu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lived your life.</a:t>
            </a:r>
            <a:endParaRPr lang="en-US" sz="24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know your calendar.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46120" y="1188720"/>
            <a:ext cx="1691640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46120" y="118872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Fitness</a:t>
            </a:r>
            <a:endParaRPr lang="en-US" sz="1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Coach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46120" y="239572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Trained athletes.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Lived your inbox.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74920" y="1188720"/>
            <a:ext cx="1691640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18872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HerFIT</a:t>
            </a:r>
            <a:endParaRPr lang="en-US" sz="1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1,000+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74920" y="239572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Women's fitness app.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+ scaled.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03720" y="1188720"/>
            <a:ext cx="1691640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118872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1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200+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03720" y="239572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Founders freed from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their own ops. 4.9★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"I'm not coming to you as some business guy who figured out VAs. I lived your life."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THIS IS FOR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is for you if...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Online coach, PT, nutrition coach, mindset coach</a:t>
            </a:r>
            <a:endParaRPr lang="en-US" sz="21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Doing $10,000 – $100,000 / month</a:t>
            </a:r>
            <a:endParaRPr lang="en-US" sz="21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Still answering your own DMs</a:t>
            </a:r>
            <a:endParaRPr lang="en-US" sz="21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Still booking and following up on your own calls</a:t>
            </a:r>
            <a:endParaRPr lang="en-US" sz="21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You have revenue. You don't have capacity.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108960" y="3611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for: brick-and-mortar gyms.     NOT for: coaches just starting out.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wake up.</a:t>
            </a:r>
            <a:endParaRPr lang="en-US" sz="5600" dirty="0"/>
          </a:p>
          <a:p>
            <a:pPr algn="l" indent="0" marL="0">
              <a:buNone/>
            </a:pPr>
            <a:r>
              <a:rPr lang="en-US" sz="5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Instagram. 12 DMs.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you finish your coffee — </a:t>
            </a:r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hour is gone.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haven't coached anyone. You haven't made content. You're just managing.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Math.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00400" y="1188720"/>
            <a:ext cx="1600200" cy="1325880"/>
          </a:xfrm>
          <a:prstGeom prst="rect">
            <a:avLst/>
          </a:prstGeom>
          <a:solidFill>
            <a:srgbClr val="EAEA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1887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hrs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0" y="1920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 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00600" y="16002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983480" y="1188720"/>
            <a:ext cx="1600200" cy="1325880"/>
          </a:xfrm>
          <a:prstGeom prst="rect">
            <a:avLst/>
          </a:prstGeom>
          <a:solidFill>
            <a:srgbClr val="EAEA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1887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 hrs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983480" y="1920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 month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16002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766560" y="1188720"/>
            <a:ext cx="1600200" cy="13258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1887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$12,000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766560" y="1920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26974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hrs × $200/hr × 20 days = $12,000/month on admin 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114300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You're paying</a:t>
            </a:r>
            <a:endParaRPr lang="en-US" sz="2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yourself $10/hr</a:t>
            </a:r>
            <a:endParaRPr lang="en-US" sz="2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calling it</a:t>
            </a:r>
            <a:endParaRPr lang="en-US" sz="2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business.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E639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35%</a:t>
            </a:r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 leads who
don't hear back
within 2 hours
</a:t>
            </a:r>
            <a:pPr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 someone else.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REFRAME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That's not a
hustle problem.
</a:t>
            </a:r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That's a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 problem.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JARVIS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VA does the work.
</a:t>
            </a:r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Then </a:t>
            </a:r>
            <a:pPr indent="0" marL="0">
              <a:buNone/>
            </a:pPr>
            <a:r>
              <a:rPr lang="en-US" sz="5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automates</a:t>
            </a:r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it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it runs without them.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00400" y="3246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Powered by a vibe coding tool. No developer needed.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82880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83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 handles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operations.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754880" y="77724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DMs answered within 2 hours</a:t>
            </a:r>
            <a:endParaRPr lang="en-US" sz="17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Leads followed up daily</a:t>
            </a:r>
            <a:endParaRPr lang="en-US" sz="17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Calls booked + rescheduled</a:t>
            </a:r>
            <a:endParaRPr lang="en-US" sz="17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Onboarding emails sent</a:t>
            </a:r>
            <a:endParaRPr lang="en-US" sz="17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Inbox managed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0" y="3246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7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Starts within days.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82880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83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 builds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automations.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754880" y="77724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Lead follow-up sequence automated</a:t>
            </a:r>
            <a:endParaRPr lang="en-US" sz="17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Onboarding flow automated</a:t>
            </a:r>
            <a:endParaRPr lang="en-US" sz="17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Pipeline tracking automated</a:t>
            </a:r>
            <a:endParaRPr lang="en-US" sz="17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No developer. No extra cost.</a:t>
            </a:r>
            <a:endParaRPr lang="en-US" sz="17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Powered by a vibe coding tool.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828800" cy="41148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83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runs itself.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Repetitive work: </a:t>
            </a:r>
            <a:pPr indent="0" marL="0">
              <a:buNone/>
            </a:pPr>
            <a:r>
              <a:rPr lang="en-US" sz="24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automated.
</a:t>
            </a:r>
            <a:pPr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 handles: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exceptions and growth.
</a:t>
            </a:r>
            <a:pPr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You: </a:t>
            </a:r>
            <a:pPr indent="0" marL="0">
              <a:buNone/>
            </a:pPr>
            <a:r>
              <a:rPr lang="en-US" sz="24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 coach.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 — BEFORE JARVIS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Sarah's situation.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$18k</a:t>
            </a:r>
            <a:pPr indent="0" marL="0">
              <a:buNone/>
            </a:pPr>
            <a:r>
              <a:rPr lang="en-US" sz="36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/month
</a:t>
            </a:r>
            <a:pPr indent="0" marL="0">
              <a:buNone/>
            </a:pPr>
            <a:r>
              <a:rPr lang="en-US" sz="5600" b="1" dirty="0">
                <a:solidFill>
                  <a:srgbClr val="E639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60-hour</a:t>
            </a:r>
            <a:pPr indent="0" marL="0">
              <a:buNone/>
            </a:pPr>
            <a:r>
              <a:rPr lang="en-US" sz="36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weeks
</a:t>
            </a:r>
            <a:pPr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Turned off her own ads.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because they weren't working — because she couldn't handle the leads.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 — WHAT CHANGED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32588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1323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1–5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69494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 took over all DMs.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Response time: next-day → under 2 hours.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132588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2–3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62763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 built the follow-up automation.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lead → text + email + DM sequence.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578608"/>
            <a:ext cx="132588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786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5603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Sarah turned her ads back on.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Leads handled. She just coached.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 —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$34k
</a:t>
            </a:r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60 days.</a:t>
            </a:r>
            <a:endParaRPr lang="en-US" sz="8200" dirty="0"/>
          </a:p>
        </p:txBody>
      </p:sp>
      <p:sp>
        <p:nvSpPr>
          <p:cNvPr id="4" name="Shape 2"/>
          <p:cNvSpPr/>
          <p:nvPr/>
        </p:nvSpPr>
        <p:spPr>
          <a:xfrm>
            <a:off x="4846320" y="713232"/>
            <a:ext cx="3840480" cy="182880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822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Sarah  ·  11:04 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111556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"Passion — $34k this month.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 show rate doubled.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feel like a CEO for the first time."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She didn't work harder. She stopped being the bottleneck.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 —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 Rate on Discovery Calls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0" y="2482596"/>
            <a:ext cx="1645920" cy="67208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20985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0" y="3209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Jarvis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1848917"/>
            <a:ext cx="1645920" cy="1305763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464869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68%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0" y="3209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 Jarvis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5920" y="3154680"/>
            <a:ext cx="6400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84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because she changed her pitch — because leads were warmed up and ready.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 —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Revenue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0" y="2138082"/>
            <a:ext cx="1645920" cy="101659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175403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$18k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0" y="3209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 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1234440"/>
            <a:ext cx="1645920" cy="192024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850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$34k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0" y="3209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 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5920" y="3154680"/>
            <a:ext cx="6400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84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+89% in 60 days.  Not by changing the offer. By fixing the operations.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"I've tried VAs before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it didn't work."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That's not a VA problem. </a:t>
            </a:r>
            <a:pPr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That's a process problem.
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VAs are pre-trained on fitness coach workflows before they ever touch your business.
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They build the automations behind the work. So even if a VA leaves — 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stays.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"Can I trust someone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else talking to my clients?"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Your VA follows your frameworks, your tone, your scripts — all approved by you.</a:t>
            </a:r>
            <a:endParaRPr lang="en-US" sz="19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First 30 days: you see everything.</a:t>
            </a:r>
            <a:endParaRPr lang="en-US" sz="19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Most clients give full autonomy within 45 days.</a:t>
            </a:r>
            <a:endParaRPr lang="en-US" sz="19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Direct line to the Jarvis team at all times.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"I don't have time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manage someone."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Right now you're managing yourself — </a:t>
            </a:r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E639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hours a day.
</a:t>
            </a:r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Managing a VA takes </a:t>
            </a:r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minutes.
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Because your VA builds automations as they go — over time you manage less, not more.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"Is it worth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investment?"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3200400" y="2011680"/>
            <a:ext cx="1600200" cy="1051560"/>
          </a:xfrm>
          <a:prstGeom prst="rect">
            <a:avLst/>
          </a:prstGeom>
          <a:solidFill>
            <a:srgbClr val="EAEA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hrs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0" y="25786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Hours saved/mo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00600" y="22860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983480" y="2011680"/>
            <a:ext cx="1600200" cy="1051560"/>
          </a:xfrm>
          <a:prstGeom prst="rect">
            <a:avLst/>
          </a:prstGeom>
          <a:solidFill>
            <a:srgbClr val="EAEA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$200/hr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83480" y="25786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time value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766560" y="2011680"/>
            <a:ext cx="1600200" cy="10515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$4,000+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66560" y="25786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 created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a single extra client. You're buying capacity to grow.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"I can find a VA for $3/hr."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79476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✗  $3/hr VA (Upwork)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92040" y="1188720"/>
            <a:ext cx="3794760" cy="384048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1887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JARVIS 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3 months to ramp 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6916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Running within days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11226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No training on your business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211226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Pre-trained before day one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53288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You build all systems yourself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53288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Builds automations as they work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95351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Leaves = start from zero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95351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System stays when VA goes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329184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$3/hr VA who doesn't perform costs more than we charge.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OFFER — HOW TO GET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Here's exactly how it works.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18872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Free 15-min call. Real conversation. No pitch.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83664"/>
            <a:ext cx="384048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88366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source. 1-in-200 vetting: tests, interviews, assessments.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384048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57860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choose your match. VA starts within days.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84048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11887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1: operations handled. DMs, leads, calendar, onboarding.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1883664"/>
            <a:ext cx="384048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188366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 builds automations. Repetitive work eliminated.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54880" y="2578608"/>
            <a:ext cx="384048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257860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 3: system runs itself. You just coach.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Everything included.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7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118872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1-in-200 vetted VA matched to your business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7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Pre-trained on fitness coach workflows before day one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7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 handled from day one — DMs, leads, calendar, onboarding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7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Automations built — vibe coding tool, no developer needed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7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8680" y="265176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 support line to the Jarvis team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7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301752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Unlimited VA replacement until it's right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GUARANTEE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2560320" cy="13716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85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$0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upfront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685800"/>
            <a:ext cx="2560320" cy="13716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685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days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29184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start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685800"/>
            <a:ext cx="2560320" cy="13716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685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14-day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12648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guarantee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it's not working —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make it right.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We've told people no. If it's not the right fit, we'll say so.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JARVIS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Other VAs: </a:t>
            </a:r>
            <a:pPr indent="0" marL="0">
              <a:buNone/>
            </a:pPr>
            <a:r>
              <a:rPr lang="en-US" sz="36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labor.
</a:t>
            </a:r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Jarvis: </a:t>
            </a:r>
            <a:pPr indent="0" marL="0">
              <a:buNone/>
            </a:pPr>
            <a:r>
              <a:rPr lang="en-US" sz="36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397764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745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Other VAs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✗  Do tasks. Keep doing tasks.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6883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✗  VA leaves → start from zero.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0723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✗  You pay forever for the same work.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92040" y="1874520"/>
            <a:ext cx="397764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8745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 VAs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2304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Do the work. Then automate it.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26883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System stays when VA goes.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30723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Month 3: ops run without anyone.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 Your Free
</a:t>
            </a:r>
            <a:pPr indent="0" marL="0">
              <a:buNone/>
            </a:pPr>
            <a:r>
              <a:rPr lang="en-US" sz="6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15-Min Call.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457200" y="27889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We look at your ops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We tell you what a VA takes off your plate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If it's not the right fit, we say so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669280" y="46177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gojarvis.ai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503920" y="4773168"/>
            <a:ext cx="201168" cy="201168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23376" y="47731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Jarvis Fitness Webinar V4</dc:title>
  <dc:subject>PptxGenJS Presentation</dc:subject>
  <dc:creator>PptxGenJS</dc:creator>
  <cp:lastModifiedBy>PptxGenJS</cp:lastModifiedBy>
  <cp:revision>1</cp:revision>
  <dcterms:created xsi:type="dcterms:W3CDTF">2026-04-16T19:37:34Z</dcterms:created>
  <dcterms:modified xsi:type="dcterms:W3CDTF">2026-04-16T19:37:34Z</dcterms:modified>
</cp:coreProperties>
</file>