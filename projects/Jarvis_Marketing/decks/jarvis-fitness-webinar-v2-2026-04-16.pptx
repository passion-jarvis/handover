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VA does the work.
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</a:t>
            </a:r>
            <a:pPr indent="0" marL="0">
              <a:buNone/>
            </a:pPr>
            <a:r>
              <a:rPr lang="en-US" sz="5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automates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built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business.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you're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assistant.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hours a day.
</a:t>
            </a:r>
            <a:pPr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$12,000</a:t>
            </a:r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month.
</a:t>
            </a:r>
            <a:pPr indent="0" marL="0">
              <a:buNone/>
            </a:pPr>
            <a:r>
              <a:rPr lang="en-US" sz="5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Gone.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lead who doesn't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 back in 2 hours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books someone else.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me tell you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Sarah.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$18k/month.
</a:t>
            </a:r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60-hour weeks.
</a:t>
            </a:r>
            <a:pPr indent="0" marL="0">
              <a:buNone/>
            </a:pPr>
            <a:r>
              <a:rPr lang="en-US" sz="50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 turned off her own ads.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$34k.
</a:t>
            </a:r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days.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took over the DMs.
</a:t>
            </a:r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the follow-up system.
</a:t>
            </a:r>
            <a:pPr indent="0" marL="0">
              <a:buNone/>
            </a:pPr>
            <a:r>
              <a:rPr lang="en-US" sz="44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just coached.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what
</a:t>
            </a:r>
            <a:pPr indent="0" marL="0">
              <a:buNone/>
            </a:pPr>
            <a:r>
              <a:rPr lang="en-US" sz="6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does.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VAs do the work.
</a:t>
            </a:r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 VAs </a:t>
            </a:r>
            <a:pPr indent="0" marL="0">
              <a:buNone/>
            </a:pPr>
            <a:r>
              <a:rPr lang="en-US" sz="4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</a:t>
            </a:r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a vibe coding tool. No developer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 BUILT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coach.
</a:t>
            </a:r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HerFIT.
</a:t>
            </a:r>
            <a:pPr indent="0" marL="0">
              <a:buNone/>
            </a:pPr>
            <a:r>
              <a:rPr lang="en-US" sz="5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know your day.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We're not the cheapest.
</a:t>
            </a:r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We're the one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works.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GUARANTEE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 upfront.
</a:t>
            </a:r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14-day guarantee.
</a:t>
            </a:r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Unlimited replacement.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minutes.
</a:t>
            </a:r>
            <a:pPr indent="0" marL="0">
              <a:buNone/>
            </a:pPr>
            <a:r>
              <a:rPr lang="en-US" sz="7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all it takes.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594360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Fitness Webinar V2</dc:title>
  <dc:subject>PptxGenJS Presentation</dc:subject>
  <dc:creator>Passion Chu</dc:creator>
  <cp:lastModifiedBy>Passion Chu</cp:lastModifiedBy>
  <cp:revision>1</cp:revision>
  <dcterms:created xsi:type="dcterms:W3CDTF">2026-04-16T19:19:50Z</dcterms:created>
  <dcterms:modified xsi:type="dcterms:W3CDTF">2026-04-16T19:19:50Z</dcterms:modified>
</cp:coreProperties>
</file>